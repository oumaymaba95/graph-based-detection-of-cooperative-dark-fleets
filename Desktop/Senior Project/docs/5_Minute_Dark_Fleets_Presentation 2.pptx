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E2E8F0"/>
                </a:solidFill>
              </a:defRPr>
            </a:pPr>
            <a:r>
              <a:t>Graph-Based Detection</a:t>
            </a:r>
          </a:p>
          <a:p>
            <a:r>
              <a:t>of Cooperative Dark Fleets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E2E8F0"/>
                </a:solidFill>
              </a:defRPr>
            </a:pPr>
            <a:r>
              <a:t>5-Minute Presentation</a:t>
            </a:r>
          </a:p>
          <a:p>
            <a:r>
              <a:t>[Your Name] •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Motivation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IUU fishing fleets coordinate at sea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Transshipment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Shared fishing grounds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Rendezvous with "dark" vessels (AIS off)</a:t>
            </a:r>
          </a:p>
          <a:p>
            <a:pPr>
              <a:defRPr sz="2400">
                <a:solidFill>
                  <a:srgbClr val="E2E8F0"/>
                </a:solidFill>
              </a:defRPr>
            </a:pP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Goal: Surface candidate pairs WITHOUT labels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→ Unsupervised link prediction +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Approach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1. Daily AIS data 2012–2019 (2.38 billion records)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2. Build temporal graph (edge = &lt;10 km same day)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3. Train Temporal GCN (TGCN) + temporal node features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4. Score missing links → multi-threshold validation</a:t>
            </a:r>
          </a:p>
          <a:p>
            <a:pPr>
              <a:defRPr sz="2400">
                <a:solidFill>
                  <a:srgbClr val="E2E8F0"/>
                </a:solidFill>
              </a:defRPr>
            </a:pP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25 km ±1d | 50 km ±3d | 100 km ±7d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Full-coverage model: ROC AUC ≈ 0.78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Capped reproducible: ROC AUC ≈ 0.95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5-fold CV: 0.927 ± 0.067</a:t>
            </a:r>
          </a:p>
          <a:p>
            <a:pPr>
              <a:defRPr sz="2400">
                <a:solidFill>
                  <a:srgbClr val="E2E8F0"/>
                </a:solidFill>
              </a:defRPr>
            </a:pP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Strongest pair: 412000690 ↔ 412325200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→ 102 days within 25 km</a:t>
            </a:r>
          </a:p>
        </p:txBody>
      </p:sp>
      <p:pic>
        <p:nvPicPr>
          <p:cNvPr id="4" name="Picture 3" descr="pair_412000690_412325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121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Reproducible pipeline that surfaces credible candidates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Ready for enforcement &amp; research</a:t>
            </a:r>
          </a:p>
          <a:p>
            <a:pPr>
              <a:defRPr sz="2400">
                <a:solidFill>
                  <a:srgbClr val="E2E8F0"/>
                </a:solidFill>
              </a:defRPr>
            </a:pP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Next steps: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Finer resolution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Vessel metadata lookup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Supervised learning (if labels available)</a:t>
            </a:r>
          </a:p>
          <a:p>
            <a:pPr>
              <a:defRPr sz="2400">
                <a:solidFill>
                  <a:srgbClr val="E2E8F0"/>
                </a:solidFill>
              </a:defRPr>
            </a:pP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